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906000" cy="6858000" type="A4"/>
  <p:notesSz cx="6769100" cy="9906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32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91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2792D4-2236-4BCC-82B9-EFDE4237D23D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69963" y="1238250"/>
            <a:ext cx="4829175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2"/>
            <a:ext cx="5415280" cy="39004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2C7919-9967-4594-BA69-6AA4737F75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3269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C7919-9967-4594-BA69-6AA4737F75F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018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C7919-9967-4594-BA69-6AA4737F75F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576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C7919-9967-4594-BA69-6AA4737F75F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804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C7919-9967-4594-BA69-6AA4737F75F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262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C7919-9967-4594-BA69-6AA4737F75F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783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C7919-9967-4594-BA69-6AA4737F75F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0948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C7919-9967-4594-BA69-6AA4737F75F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5550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C7919-9967-4594-BA69-6AA4737F75F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912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3659E-3EF5-43B6-9757-360D5538E050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200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182" y="-100013"/>
            <a:ext cx="8543925" cy="1325563"/>
          </a:xfrm>
        </p:spPr>
        <p:txBody>
          <a:bodyPr>
            <a:normAutofit/>
          </a:bodyPr>
          <a:lstStyle>
            <a:lvl1pPr>
              <a:defRPr sz="3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9D793-9614-4FD7-BF92-7FE322E30FEA}" type="datetime1">
              <a:rPr lang="ko-KR" altLang="en-US" smtClean="0"/>
              <a:t>2026-05-28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ea typeface="나눔바른펜" panose="020B0503000000000000" pitchFamily="50" charset="-127"/>
                <a:cs typeface="Calibri" panose="020F0502020204030204" pitchFamily="34" charset="0"/>
              </a:defRPr>
            </a:lvl1pPr>
          </a:lstStyle>
          <a:p>
            <a:fld id="{FAF3FDB3-6B7D-4283-B852-90938B49622F}" type="slidenum">
              <a:rPr lang="ko-KR" altLang="en-US" smtClean="0"/>
              <a:pPr/>
              <a:t>‹#›</a:t>
            </a:fld>
            <a:endParaRPr lang="ko-KR" altLang="en-US">
              <a:latin typeface="Calibri" panose="020F0502020204030204" pitchFamily="34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4E5C381-C35B-2C16-24BC-7323F2A56F0B}"/>
              </a:ext>
            </a:extLst>
          </p:cNvPr>
          <p:cNvCxnSpPr>
            <a:cxnSpLocks/>
          </p:cNvCxnSpPr>
          <p:nvPr userDrawn="1"/>
        </p:nvCxnSpPr>
        <p:spPr>
          <a:xfrm>
            <a:off x="0" y="1060790"/>
            <a:ext cx="9906000" cy="0"/>
          </a:xfrm>
          <a:prstGeom prst="line">
            <a:avLst/>
          </a:prstGeom>
          <a:ln w="63500" cmpd="thickThin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73731C28-598E-8B83-A2C2-4B712E0D9C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21" y="6542259"/>
            <a:ext cx="1434738" cy="195260"/>
          </a:xfrm>
          <a:prstGeom prst="rect">
            <a:avLst/>
          </a:prstGeom>
        </p:spPr>
      </p:pic>
      <p:pic>
        <p:nvPicPr>
          <p:cNvPr id="12" name="그림 11" descr="엠엠피 2026년 기업정보 - 직원수, 근무환경, 복리후생 등 | 잡코리아">
            <a:extLst>
              <a:ext uri="{FF2B5EF4-FFF2-40B4-BE49-F238E27FC236}">
                <a16:creationId xmlns:a16="http://schemas.microsoft.com/office/drawing/2014/main" id="{8C92CF84-29B1-9CEC-9CEA-463A62131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24703" y="6492630"/>
            <a:ext cx="950062" cy="25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589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BFC1C-838A-4466-9422-8BF9AF2FA081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589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E8B52-671E-4487-A8E4-3BE6208BE02A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635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6C8A8-F6E7-4039-9CD9-F5507F459A0B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615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AA583-9797-4313-8E4D-645DAFA925B8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300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38575-FC2B-4823-A3E0-42A02DD536FE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174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379A-CC6F-48EF-8215-1518574307A4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139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58DB6-A440-403A-8AC2-BA283BAD61A2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596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C477-B159-4DF6-BC9B-0E40E37B6545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486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F088A-6F59-488E-B75F-C5B0552D843A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311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4CF363-1387-41D6-9B91-910CD48BBD57}" type="datetime1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8069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28A0F-DC26-7F3C-BA40-B815661C8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950" y="1697757"/>
            <a:ext cx="8420100" cy="2609835"/>
          </a:xfrm>
          <a:ln w="28575"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en-US" sz="4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드론</a:t>
            </a:r>
            <a:r>
              <a:rPr lang="en-US" altLang="ko-KR" sz="4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4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버티포트</a:t>
            </a:r>
            <a:r>
              <a:rPr lang="ko-KR" altLang="en-US" sz="4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환경을 위한</a:t>
            </a:r>
            <a:br>
              <a:rPr lang="en-US" altLang="ko-KR" sz="4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4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웹 기반 </a:t>
            </a:r>
            <a:r>
              <a:rPr lang="en-US" altLang="ko-KR" sz="4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CCTV </a:t>
            </a:r>
            <a:r>
              <a:rPr lang="ko-KR" altLang="en-US" sz="4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통합 감시 시스템</a:t>
            </a:r>
            <a:br>
              <a:rPr lang="en-US" altLang="ko-KR" sz="4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4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설계 및 구현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FB6780-EBFB-1DBE-0F02-538482124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6406" y="4574731"/>
            <a:ext cx="8213188" cy="388523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서형철</a:t>
            </a:r>
            <a:r>
              <a:rPr lang="en-US" altLang="ko-KR" sz="1800" baseline="30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</a:t>
            </a:r>
            <a:r>
              <a:rPr lang="en-US" altLang="ko-KR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이상민</a:t>
            </a:r>
            <a:r>
              <a:rPr lang="en-US" altLang="ko-KR" sz="1800" baseline="30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</a:t>
            </a:r>
            <a:r>
              <a:rPr lang="en-US" altLang="ko-KR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유지훈</a:t>
            </a:r>
            <a:r>
              <a:rPr lang="en-US" altLang="ko-KR" sz="1800" baseline="30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</a:t>
            </a:r>
            <a:r>
              <a:rPr lang="en-US" altLang="ko-KR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이견희</a:t>
            </a:r>
            <a:r>
              <a:rPr lang="en-US" altLang="ko-KR" sz="1800" baseline="30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</a:t>
            </a:r>
            <a:r>
              <a:rPr lang="en-US" altLang="ko-KR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이준섭</a:t>
            </a:r>
            <a:r>
              <a:rPr lang="en-US" altLang="ko-KR" sz="1800" baseline="30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</a:t>
            </a:r>
            <a:r>
              <a:rPr lang="en-US" altLang="ko-KR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김진규</a:t>
            </a:r>
            <a:r>
              <a:rPr lang="en-US" altLang="ko-KR" sz="1800" baseline="30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**</a:t>
            </a:r>
            <a:r>
              <a:rPr lang="en-US" altLang="ko-KR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정설영</a:t>
            </a:r>
            <a:r>
              <a:rPr lang="en-US" altLang="ko-KR" sz="1800" baseline="30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***</a:t>
            </a:r>
            <a:endParaRPr lang="ko-KR" altLang="en-US" sz="18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DAE719-9B0E-A17C-709C-6EB8EFB0CBC0}"/>
              </a:ext>
            </a:extLst>
          </p:cNvPr>
          <p:cNvSpPr txBox="1"/>
          <p:nvPr/>
        </p:nvSpPr>
        <p:spPr>
          <a:xfrm>
            <a:off x="132996" y="6457074"/>
            <a:ext cx="59483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※ "</a:t>
            </a:r>
            <a:r>
              <a:rPr lang="ko-KR" altLang="en-US" sz="9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본 연구는 과학기술정보통신부 및 정보통신기획평가원의 </a:t>
            </a:r>
            <a:r>
              <a:rPr lang="en-US" altLang="ko-KR" sz="9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SW</a:t>
            </a:r>
            <a:r>
              <a:rPr lang="ko-KR" altLang="en-US" sz="9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중심대학사업의 연구결과로 수행되었음</a:t>
            </a:r>
            <a:r>
              <a:rPr lang="en-US" altLang="ko-KR" sz="9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"(2021-0-01082)</a:t>
            </a:r>
            <a:endParaRPr lang="ko-KR" alt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89A67B-2EE9-8DC9-A3AF-67031009FA4C}"/>
              </a:ext>
            </a:extLst>
          </p:cNvPr>
          <p:cNvSpPr txBox="1"/>
          <p:nvPr/>
        </p:nvSpPr>
        <p:spPr>
          <a:xfrm>
            <a:off x="132996" y="5765218"/>
            <a:ext cx="5759863" cy="621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*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경북대학교 컴퓨터학부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, {wjdqh6544, lsmin3388, knu12370, ef3232, lee980605}@knu.ac.kr</a:t>
            </a:r>
          </a:p>
          <a:p>
            <a:pPr algn="just">
              <a:lnSpc>
                <a:spcPct val="110000"/>
              </a:lnSpc>
            </a:pP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**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㈜ </a:t>
            </a:r>
            <a:r>
              <a:rPr lang="ko-KR" altLang="en-US" sz="105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엠엠피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, dmmp@naver.com</a:t>
            </a:r>
          </a:p>
          <a:p>
            <a:pPr algn="just">
              <a:lnSpc>
                <a:spcPct val="110000"/>
              </a:lnSpc>
            </a:pP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***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경북대학교 소프트웨어교육원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(Corresponding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Author), snowflower@knu.ac.kr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3C0E8320-8509-6A38-37A2-F4B44C02D0D3}"/>
              </a:ext>
            </a:extLst>
          </p:cNvPr>
          <p:cNvSpPr txBox="1">
            <a:spLocks/>
          </p:cNvSpPr>
          <p:nvPr/>
        </p:nvSpPr>
        <p:spPr>
          <a:xfrm>
            <a:off x="846406" y="1092782"/>
            <a:ext cx="8213188" cy="413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&lt;2026</a:t>
            </a:r>
            <a:r>
              <a: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한국정보기술학회 하계종합학술대회 및 대학생논문경진대회 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2-R-08&gt;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4D09D80-7572-FCAF-DD83-23B840247B7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528" y="6304306"/>
            <a:ext cx="2282810" cy="310678"/>
          </a:xfrm>
          <a:prstGeom prst="rect">
            <a:avLst/>
          </a:prstGeom>
        </p:spPr>
      </p:pic>
      <p:pic>
        <p:nvPicPr>
          <p:cNvPr id="8" name="그림 7" descr="엠엠피 2026년 기업정보 - 직원수, 근무환경, 복리후생 등 | 잡코리아">
            <a:extLst>
              <a:ext uri="{FF2B5EF4-FFF2-40B4-BE49-F238E27FC236}">
                <a16:creationId xmlns:a16="http://schemas.microsoft.com/office/drawing/2014/main" id="{9A64C9C5-A8E7-B36B-69C2-A70C87C90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4085" y="5744638"/>
            <a:ext cx="1788963" cy="47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309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2468F-51BF-20D1-8C18-10AEA161C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3FDF47-350F-7C2F-1B0F-096F2E8BB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1D1C9F-17E4-C642-B5E0-6BC74D420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24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545217-C2FA-7FE5-CA5C-EB8D6C521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226524-F09C-860A-38D3-204A51C71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FB92E3-255C-BA8A-D21F-DC654078A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2098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71D83B-FFCD-D2D8-A697-D293C1AA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781E21-7568-503F-3B6C-FF61C86F1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13F39F-460C-87B9-B098-1B890C1CA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256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AB4B70-88E7-BCF2-5048-05248B11A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8ECD6E-1DD2-1772-2ACF-480FDAF6D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9412D9-9563-37B6-490B-40CB0814B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725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40F390-DD79-D0E0-8DE8-A9A5A2646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0E2E76-8069-A32B-2757-10705604A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0F7E06-DD57-62EE-B1C1-64FD94272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0895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3E57E9-3A46-F87C-87FC-4FB00E99A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BF26D7-FE3F-E3B1-AE3D-584FE73EB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7D4179-D3B3-A4FE-DEE5-9BD1927AF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1480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B776AD-989C-0791-3339-0CF0D30D5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1E7636-2555-6E54-D2C3-AFD04C7E4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374DB0-7CE1-EBFC-8060-7156A69A6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099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109</Words>
  <Application>Microsoft Office PowerPoint</Application>
  <PresentationFormat>A4 용지(210x297mm)</PresentationFormat>
  <Paragraphs>22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나눔바른고딕</vt:lpstr>
      <vt:lpstr>맑은 고딕</vt:lpstr>
      <vt:lpstr>Aptos</vt:lpstr>
      <vt:lpstr>Aptos Display</vt:lpstr>
      <vt:lpstr>Arial</vt:lpstr>
      <vt:lpstr>Calibri</vt:lpstr>
      <vt:lpstr>Office 테마</vt:lpstr>
      <vt:lpstr>드론 버티포트 환경을 위한 웹 기반 CCTV 통합 감시 시스템 설계 및 구현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형철 서</dc:creator>
  <cp:lastModifiedBy>형철 서</cp:lastModifiedBy>
  <cp:revision>18</cp:revision>
  <dcterms:created xsi:type="dcterms:W3CDTF">2026-05-28T08:02:25Z</dcterms:created>
  <dcterms:modified xsi:type="dcterms:W3CDTF">2026-05-28T08:31:05Z</dcterms:modified>
</cp:coreProperties>
</file>