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>
        <p:scale>
          <a:sx n="150" d="100"/>
          <a:sy n="150" d="100"/>
        </p:scale>
        <p:origin x="-216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CD8766-685B-7CE6-2CEC-0AA6CE5E1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4CF330-EB62-10EE-D334-CE2543236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DFD76-F181-7E17-C8E9-C4A36E2E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3E0C7D-E666-5F3C-3285-38FE3B7B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D934E-558D-1347-9B38-CC7B504A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33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3CDB-616C-2F02-BA56-27085CC5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2B422-D914-DD15-BDD7-C6AC83307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7A27D-85C9-241A-C8AB-BB2130E4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EE9E6C-8CBE-D70B-E574-E2324A96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B30F0-6D66-D9C9-ACEC-2D0CB729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28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6C2401-6192-8B5F-B65F-691488E2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81E509-B798-BC1D-7E78-66A51B190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373051-12B7-0712-C766-D5065C611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5CB78A-45F3-B785-81C7-13E88986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29A97-5241-4384-ED94-3C9D2D77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3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7C0AD-D4F8-F3C8-AB10-1ACF091E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2D6BC-684D-F593-9089-7389FB3A3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9D9A9B-D7F2-803D-54B3-BB4F09305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8D6F8D-96AB-22C2-0C12-A4473368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6A97C0-AE74-CCAC-22BA-18FA6244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4C9A24-26DC-C886-CCD9-5E61A670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80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7136C-B23C-6D30-ECC6-FE2BA0A5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775EBE-9E2E-8D7D-CF02-5BDE95A03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66E18B-53C4-165C-DEAE-C6702DFB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4123E2-DAF4-1031-3917-4CEE25D68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CDDE0D-AA4E-AB36-AD4F-B6684057E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266787-E14B-C181-94D5-66CD2A3D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9F6051-0178-1E61-5911-E7BD105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CAD0E9-5AB6-959C-1F24-0D680994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9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CE4DA-28CB-1897-BBF0-09485994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867EF0-4EFD-6F73-D502-EE7374C3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50EEF2-187F-64DB-25BB-2BAF0565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18FFF2-BDE5-4FDD-D4B3-72FDA580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32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5671AA-819A-39A2-FD19-E28D07F8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EE0FA3-5139-0A6B-74A0-C292528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AC160-2F81-4B9C-9DD9-2693CD2B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CD25-640A-F480-E4F8-F66069CA2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6E95A1-C1DC-A6DC-D93C-FFCDF557F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2910F7-9B24-C028-F56C-08851FE0B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D67957-829A-F6D2-0DB0-A8ACD954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3A99F-F46A-F30A-4C80-8A983EE2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001B5-0736-A832-757B-8D6F220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034E6-B63E-60B7-6E6A-52EABC6C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33FE25-C03C-DC13-4C57-1066C2B10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0D6276-105B-428F-0BBE-ED4383112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EB4470-A30B-741A-3F31-45C16D37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1FE8E0-CAAC-E555-F285-7985FACD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0B9753-1789-D9A1-21AF-CEBF3B1E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8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EAC61-C39F-8FC8-8B88-F0D7B8E9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79DEAB-971D-18E4-C8BA-1B42F7B01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ADC64-3305-5BEE-6729-CB104634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EA845-A205-2CD5-9923-9EC1EE55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94C47-56F6-7871-0F0A-4EE92DA6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31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FFECD6-7D7C-D20E-E1E5-AF1FFCEF5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485CDF-3816-CCC8-CA3F-4EADE84B3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F3B05-CD5C-08FD-CC0F-38FBD80F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E41D3-C2C6-05CB-6D30-2B3054B2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2D949D-8F25-5825-E7E4-9ED5E7FF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38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48807-757F-FC94-9A57-12D458E23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C5705-289E-46D1-031D-5B8BA4B8F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C0C0F2-C141-CEDA-5C95-FB6D2AE1B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24792-8A77-48C8-B755-DE4666EDE2EE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F6ED37-EAB9-7A5E-C8E4-654404893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08D9D-1385-365D-7E27-24A5BE911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CB81-1B6C-4396-BCBF-E767B9B73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71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BC2D2FB3-1CAD-607A-9BE6-B79FEECCBE82}"/>
              </a:ext>
            </a:extLst>
          </p:cNvPr>
          <p:cNvGrpSpPr/>
          <p:nvPr/>
        </p:nvGrpSpPr>
        <p:grpSpPr>
          <a:xfrm>
            <a:off x="5486851" y="766288"/>
            <a:ext cx="363051" cy="605902"/>
            <a:chOff x="3151762" y="794425"/>
            <a:chExt cx="479898" cy="800911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3406204-7165-0B88-8FAD-FAFD726807B7}"/>
                </a:ext>
              </a:extLst>
            </p:cNvPr>
            <p:cNvSpPr/>
            <p:nvPr/>
          </p:nvSpPr>
          <p:spPr>
            <a:xfrm>
              <a:off x="3232825" y="794425"/>
              <a:ext cx="311286" cy="311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EB2EDBEE-9B89-C1E5-3BEE-FD57D4BDDCD4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3388468" y="1105711"/>
              <a:ext cx="0" cy="3372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D2C91AC-443A-40B5-12FE-25D21244FF6A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68" y="1442936"/>
              <a:ext cx="155643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3CF046-0064-4136-F48E-3401B1241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2825" y="1442936"/>
              <a:ext cx="155643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0DB11C4-ECFC-4A63-1408-6C3DEBF5B3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1762" y="1314855"/>
              <a:ext cx="4798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09CA7E-1742-CC78-5E2D-A04D160860D1}"/>
              </a:ext>
            </a:extLst>
          </p:cNvPr>
          <p:cNvSpPr/>
          <p:nvPr/>
        </p:nvSpPr>
        <p:spPr>
          <a:xfrm>
            <a:off x="5297998" y="1978093"/>
            <a:ext cx="946502" cy="55219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ko-KR" alt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FC8C60-7CCB-03D1-4CF3-D882595960A9}"/>
              </a:ext>
            </a:extLst>
          </p:cNvPr>
          <p:cNvSpPr/>
          <p:nvPr/>
        </p:nvSpPr>
        <p:spPr>
          <a:xfrm>
            <a:off x="6014126" y="3017682"/>
            <a:ext cx="1034808" cy="60371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ko-KR" alt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371152-966E-2CF5-C60F-C9FFD14E5988}"/>
              </a:ext>
            </a:extLst>
          </p:cNvPr>
          <p:cNvSpPr/>
          <p:nvPr/>
        </p:nvSpPr>
        <p:spPr>
          <a:xfrm>
            <a:off x="4531361" y="4168401"/>
            <a:ext cx="884252" cy="515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</a:t>
            </a:r>
          </a:p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ko-KR" alt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DBF1D2D-7418-FA51-1734-AEE449596694}"/>
              </a:ext>
            </a:extLst>
          </p:cNvPr>
          <p:cNvSpPr/>
          <p:nvPr/>
        </p:nvSpPr>
        <p:spPr>
          <a:xfrm>
            <a:off x="4516287" y="3052804"/>
            <a:ext cx="914400" cy="533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endParaRPr lang="ko-KR" alt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원통형 24">
            <a:extLst>
              <a:ext uri="{FF2B5EF4-FFF2-40B4-BE49-F238E27FC236}">
                <a16:creationId xmlns:a16="http://schemas.microsoft.com/office/drawing/2014/main" id="{C5B88432-4EF1-5316-F6F7-B97FF3192AC5}"/>
              </a:ext>
            </a:extLst>
          </p:cNvPr>
          <p:cNvSpPr/>
          <p:nvPr/>
        </p:nvSpPr>
        <p:spPr>
          <a:xfrm>
            <a:off x="3059805" y="2970254"/>
            <a:ext cx="914400" cy="712095"/>
          </a:xfrm>
          <a:prstGeom prst="can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Storage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BED7909-64B9-F495-C376-68D551D2A884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4973487" y="3586269"/>
            <a:ext cx="0" cy="582132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65C4C65-4AED-C36B-B8A2-183286C9BF49}"/>
              </a:ext>
            </a:extLst>
          </p:cNvPr>
          <p:cNvSpPr txBox="1"/>
          <p:nvPr/>
        </p:nvSpPr>
        <p:spPr>
          <a:xfrm>
            <a:off x="4468424" y="5001804"/>
            <a:ext cx="14591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Stream</a:t>
            </a:r>
          </a:p>
          <a:p>
            <a:pPr algn="ctr"/>
            <a:r>
              <a:rPr lang="en-US" altLang="ko-K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(RTSP)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DBF329-3C41-EC37-B039-667163961C3F}"/>
              </a:ext>
            </a:extLst>
          </p:cNvPr>
          <p:cNvSpPr txBox="1"/>
          <p:nvPr/>
        </p:nvSpPr>
        <p:spPr>
          <a:xfrm>
            <a:off x="3205431" y="4426339"/>
            <a:ext cx="15375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File</a:t>
            </a:r>
          </a:p>
          <a:p>
            <a:pPr algn="ctr"/>
            <a:r>
              <a:rPr lang="en-US" altLang="ko-K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(Persistence)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1494350D-0D5D-5B0E-ED1D-30C104BAA8F0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>
            <a:off x="3517005" y="3682349"/>
            <a:ext cx="1014356" cy="743990"/>
          </a:xfrm>
          <a:prstGeom prst="bentConnector2">
            <a:avLst/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831BBCF-F03A-44C2-6F2A-C359E4B0B03F}"/>
              </a:ext>
            </a:extLst>
          </p:cNvPr>
          <p:cNvSpPr txBox="1"/>
          <p:nvPr/>
        </p:nvSpPr>
        <p:spPr>
          <a:xfrm>
            <a:off x="5726800" y="5021023"/>
            <a:ext cx="13228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PTZ Control</a:t>
            </a:r>
          </a:p>
          <a:p>
            <a:pPr algn="ctr"/>
            <a:r>
              <a:rPr lang="en-US" altLang="ko-K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(ONVIF)</a:t>
            </a:r>
            <a:endParaRPr lang="ko-KR" alt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1E6967CE-1199-C754-BE50-6B7C07CC9353}"/>
              </a:ext>
            </a:extLst>
          </p:cNvPr>
          <p:cNvCxnSpPr>
            <a:cxnSpLocks/>
            <a:endCxn id="22" idx="2"/>
          </p:cNvCxnSpPr>
          <p:nvPr/>
        </p:nvCxnSpPr>
        <p:spPr>
          <a:xfrm rot="16200000" flipV="1">
            <a:off x="4968839" y="4688925"/>
            <a:ext cx="807058" cy="797761"/>
          </a:xfrm>
          <a:prstGeom prst="bentConnector3">
            <a:avLst>
              <a:gd name="adj1" fmla="val 67113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5B5EDC0-BFF8-CFF8-E8AE-ADFBA4AAB458}"/>
              </a:ext>
            </a:extLst>
          </p:cNvPr>
          <p:cNvCxnSpPr>
            <a:cxnSpLocks/>
            <a:stCxn id="25" idx="4"/>
            <a:endCxn id="23" idx="1"/>
          </p:cNvCxnSpPr>
          <p:nvPr/>
        </p:nvCxnSpPr>
        <p:spPr>
          <a:xfrm flipV="1">
            <a:off x="3974205" y="3319537"/>
            <a:ext cx="542082" cy="6765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DF673A8-AA32-9E8F-CF2B-710CB7609B82}"/>
              </a:ext>
            </a:extLst>
          </p:cNvPr>
          <p:cNvCxnSpPr>
            <a:cxnSpLocks/>
            <a:stCxn id="21" idx="1"/>
            <a:endCxn id="23" idx="3"/>
          </p:cNvCxnSpPr>
          <p:nvPr/>
        </p:nvCxnSpPr>
        <p:spPr>
          <a:xfrm flipH="1" flipV="1">
            <a:off x="5430687" y="3319537"/>
            <a:ext cx="583439" cy="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342F3D27-7048-9554-8037-3DBC5F042242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rot="16200000" flipH="1">
            <a:off x="5907691" y="2393843"/>
            <a:ext cx="487396" cy="7602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12A87757-8F2E-00AD-6E65-0611F9019524}"/>
              </a:ext>
            </a:extLst>
          </p:cNvPr>
          <p:cNvGrpSpPr/>
          <p:nvPr/>
        </p:nvGrpSpPr>
        <p:grpSpPr>
          <a:xfrm>
            <a:off x="5427138" y="5546317"/>
            <a:ext cx="1541722" cy="750651"/>
            <a:chOff x="3489428" y="4707473"/>
            <a:chExt cx="1541722" cy="750651"/>
          </a:xfrm>
        </p:grpSpPr>
        <p:pic>
          <p:nvPicPr>
            <p:cNvPr id="20" name="그림 19" descr="CCTV 카메라 문자 모양 솔리드 블랙 일러스트레이션 | 프리미엄 벡터">
              <a:extLst>
                <a:ext uri="{FF2B5EF4-FFF2-40B4-BE49-F238E27FC236}">
                  <a16:creationId xmlns:a16="http://schemas.microsoft.com/office/drawing/2014/main" id="{F8DDA2B0-6C38-A1CC-93BA-76003972A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9428" y="4707473"/>
              <a:ext cx="750651" cy="750651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E74EB1F-79F4-C27C-9BB9-0AEB9FB09A08}"/>
                </a:ext>
              </a:extLst>
            </p:cNvPr>
            <p:cNvSpPr txBox="1"/>
            <p:nvPr/>
          </p:nvSpPr>
          <p:spPr>
            <a:xfrm>
              <a:off x="4116750" y="4951503"/>
              <a:ext cx="914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CCTV</a:t>
              </a:r>
              <a:endParaRPr lang="ko-KR" altLang="en-US" sz="11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94D041C9-B847-4EF4-9447-0CB274E2300F}"/>
              </a:ext>
            </a:extLst>
          </p:cNvPr>
          <p:cNvSpPr txBox="1"/>
          <p:nvPr/>
        </p:nvSpPr>
        <p:spPr>
          <a:xfrm>
            <a:off x="5898620" y="1052901"/>
            <a:ext cx="691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endParaRPr lang="ko-KR" alt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C7F8D553-2CD5-5631-197B-A25059F1709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45121" y="4247522"/>
            <a:ext cx="1850723" cy="598464"/>
          </a:xfrm>
          <a:prstGeom prst="bentConnector3">
            <a:avLst>
              <a:gd name="adj1" fmla="val 28383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F8F75F1D-F46B-DE4E-89C5-2A8DC459C4C8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5271312" y="4231119"/>
            <a:ext cx="1869944" cy="650492"/>
          </a:xfrm>
          <a:prstGeom prst="bentConnector3">
            <a:avLst>
              <a:gd name="adj1" fmla="val 75044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1392A721-1CB2-9FA0-3EE2-64A816D49DD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5771249" y="1471240"/>
            <a:ext cx="0" cy="506853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8BA3EC50-E048-F4ED-B198-DB782F5FD3C2}"/>
              </a:ext>
            </a:extLst>
          </p:cNvPr>
          <p:cNvSpPr txBox="1"/>
          <p:nvPr/>
        </p:nvSpPr>
        <p:spPr>
          <a:xfrm>
            <a:off x="7192300" y="5602038"/>
            <a:ext cx="1288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</a:t>
            </a:r>
          </a:p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46592CF-34D3-D57A-7B1B-D4E12A7EE94F}"/>
              </a:ext>
            </a:extLst>
          </p:cNvPr>
          <p:cNvSpPr txBox="1"/>
          <p:nvPr/>
        </p:nvSpPr>
        <p:spPr>
          <a:xfrm>
            <a:off x="7192300" y="3069048"/>
            <a:ext cx="1288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98EECD4-4B09-573B-CF5E-08BB8BACBABC}"/>
              </a:ext>
            </a:extLst>
          </p:cNvPr>
          <p:cNvSpPr txBox="1"/>
          <p:nvPr/>
        </p:nvSpPr>
        <p:spPr>
          <a:xfrm>
            <a:off x="7192920" y="3991885"/>
            <a:ext cx="1790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</a:t>
            </a:r>
          </a:p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2966A86-703F-6FCB-81A9-190152BD8A7B}"/>
              </a:ext>
            </a:extLst>
          </p:cNvPr>
          <p:cNvSpPr txBox="1"/>
          <p:nvPr/>
        </p:nvSpPr>
        <p:spPr>
          <a:xfrm>
            <a:off x="7181222" y="1985591"/>
            <a:ext cx="1288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</a:t>
            </a:r>
          </a:p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1BFFEB75-C1CE-5D20-C8BE-F1B0F85155E6}"/>
              </a:ext>
            </a:extLst>
          </p:cNvPr>
          <p:cNvSpPr/>
          <p:nvPr/>
        </p:nvSpPr>
        <p:spPr>
          <a:xfrm>
            <a:off x="4453588" y="5553059"/>
            <a:ext cx="2727634" cy="74391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19B812F2-3BBE-85ED-69C9-4583112974AB}"/>
              </a:ext>
            </a:extLst>
          </p:cNvPr>
          <p:cNvSpPr/>
          <p:nvPr/>
        </p:nvSpPr>
        <p:spPr>
          <a:xfrm>
            <a:off x="4453590" y="2897662"/>
            <a:ext cx="2709211" cy="926037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ED5EF6FC-C7B1-0184-389A-37D1A3E888CA}"/>
              </a:ext>
            </a:extLst>
          </p:cNvPr>
          <p:cNvSpPr/>
          <p:nvPr/>
        </p:nvSpPr>
        <p:spPr>
          <a:xfrm>
            <a:off x="4453589" y="1816435"/>
            <a:ext cx="2709206" cy="873754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1C75F4F-B639-C803-7E83-A257D94D3C6D}"/>
              </a:ext>
            </a:extLst>
          </p:cNvPr>
          <p:cNvSpPr/>
          <p:nvPr/>
        </p:nvSpPr>
        <p:spPr>
          <a:xfrm>
            <a:off x="4453589" y="4068722"/>
            <a:ext cx="2709211" cy="73077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888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</Words>
  <Application>Microsoft Office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형철 서</dc:creator>
  <cp:lastModifiedBy>형철 서</cp:lastModifiedBy>
  <cp:revision>15</cp:revision>
  <dcterms:created xsi:type="dcterms:W3CDTF">2026-05-05T08:10:40Z</dcterms:created>
  <dcterms:modified xsi:type="dcterms:W3CDTF">2026-05-05T08:37:06Z</dcterms:modified>
</cp:coreProperties>
</file>